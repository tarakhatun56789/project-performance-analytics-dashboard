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73575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212C5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· DATA ANALYTICS + PROJECT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Performance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300 projects and 9,650+ tasks into one decision-ready view for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Google Apprenticeship Program, India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company, 300 projects, no single source of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projects are on track?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scattered across spreadsheets and tool exports.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budget being lost?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4231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overruns are discovered late, after the damage is done.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delivering, and who isn't?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526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way to compare teams or managers.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1480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risks need attention today?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526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delay, and cost are tracked separately, not together.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project, treated as both an analysis and a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2080260"/>
            <a:ext cx="224028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Clean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" y="2971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Project + Task data,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missing values &amp; duplicates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502920" cy="50292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86200" y="2080260"/>
            <a:ext cx="224028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(SQL + Python)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3240" y="2971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9 business questions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SQL, Pandas, EDA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20840" y="2080260"/>
            <a:ext cx="224028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97880" y="2971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(live formulas)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(interactive, multi-page)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502920" cy="50292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32520" y="2514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&amp; Report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32520" y="2971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recommendations,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like a PM status report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like a real project: charter → timeline → risk log → status updates → retrospective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connected datasets, linked by Project 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8F9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rows · 1 row per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ID, Name, Manager, Team, Department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 / Planned End 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Priority, Risk Level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Actual Cost, Progress 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Team 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~9,650 rows · 1 row per 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ID, Project ID (FK), Employee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/ Due / Completed 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Worked vs Estimated Hours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Status, Priority, Type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Count, Rework Hours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2011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29768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011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04672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Projects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114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105.9%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8862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0" y="4114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297680" y="4937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8862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0" y="4114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046720" y="4937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projects stand today</a:t>
            </a:r>
            <a:endParaRPr lang="en-US" sz="3000" dirty="0"/>
          </a:p>
        </p:txBody>
      </p:sp>
      <p:pic>
        <p:nvPicPr>
          <p:cNvPr id="4" name="Image 0" descr="/home/claude/project/outputs/charts/01_project_stat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5120640" cy="4572000"/>
          </a:xfrm>
          <a:prstGeom prst="rect">
            <a:avLst/>
          </a:prstGeom>
        </p:spPr>
      </p:pic>
      <p:pic>
        <p:nvPicPr>
          <p:cNvPr id="5" name="Image 1" descr="/home/claude/project/outputs/charts/02_monthly_comple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737360"/>
            <a:ext cx="5669280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vs. actual cost, by department</a:t>
            </a:r>
            <a:endParaRPr lang="en-US" sz="3000" dirty="0"/>
          </a:p>
        </p:txBody>
      </p:sp>
      <p:pic>
        <p:nvPicPr>
          <p:cNvPr id="4" name="Image 0" descr="/home/claude/project/outputs/charts/03_budget_vs_actu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731520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783080"/>
            <a:ext cx="3474720" cy="4480560"/>
          </a:xfrm>
          <a:prstGeom prst="roundRect">
            <a:avLst>
              <a:gd name="adj" fmla="val 1579"/>
            </a:avLst>
          </a:prstGeom>
          <a:solidFill>
            <a:srgbClr val="F8F9FA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₹3.57 Cr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 Cost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₹3.78 Cr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412480" y="3840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Over Budget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of 300 (51%)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412480" y="49377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of all projects run over budget — cost tracking and timeline tracking appear to be managed separately today.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risk concentrates across departments</a:t>
            </a:r>
            <a:endParaRPr lang="en-US" sz="3000" dirty="0"/>
          </a:p>
        </p:txBody>
      </p:sp>
      <p:pic>
        <p:nvPicPr>
          <p:cNvPr id="4" name="Image 0" descr="/home/claude/project/outputs/charts/06_risk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600200"/>
            <a:ext cx="850392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Top-performing teams and managers</a:t>
            </a:r>
            <a:endParaRPr lang="en-US" sz="3000" dirty="0"/>
          </a:p>
        </p:txBody>
      </p:sp>
      <p:pic>
        <p:nvPicPr>
          <p:cNvPr id="4" name="Image 0" descr="/home/claude/project/outputs/charts/09_department_perform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5669280" cy="4572000"/>
          </a:xfrm>
          <a:prstGeom prst="rect">
            <a:avLst/>
          </a:prstGeom>
        </p:spPr>
      </p:pic>
      <p:pic>
        <p:nvPicPr>
          <p:cNvPr id="5" name="Image 1" descr="/home/claude/project/outputs/charts/10_manager_perform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737360"/>
            <a:ext cx="5669280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completing the most work</a:t>
            </a:r>
            <a:endParaRPr lang="en-US" sz="3000" dirty="0"/>
          </a:p>
        </p:txBody>
      </p:sp>
      <p:pic>
        <p:nvPicPr>
          <p:cNvPr id="4" name="Image 0" descr="/home/claude/project/outputs/charts/07_employee_produ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600200"/>
            <a:ext cx="941832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leadership should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the "triple red flag" list first — high risk + delayed + over budget projects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50545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practices from top teams (Nova) and managers (Sneha Reddy) across underperforming teams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34670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estimation for High/Critical priority projects — they show the largest delay and cost variance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1879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risk assessment — 8 projects currently have no risk rating at 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02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029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earlier budget alert threshold (85% utilization + &lt;70% progress) instead of flagging only after 100%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2735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Performance Analytics Dashboard — Python · SQL · Excel · Power BI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[your repo link]   |   LinkedIn: [your profile link]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Performance Analytics Dashboard</dc:title>
  <dc:subject>PptxGenJS Presentation</dc:subject>
  <dc:creator>Portfolio Project</dc:creator>
  <cp:lastModifiedBy>Portfolio Project</cp:lastModifiedBy>
  <cp:revision>1</cp:revision>
  <dcterms:created xsi:type="dcterms:W3CDTF">2026-07-05T07:48:03Z</dcterms:created>
  <dcterms:modified xsi:type="dcterms:W3CDTF">2026-07-05T07:48:03Z</dcterms:modified>
</cp:coreProperties>
</file>